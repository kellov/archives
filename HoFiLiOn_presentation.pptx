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HoFiLiOn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Контент-мейкер, создатель идей и игровых проектов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Кто такой HoFiLiOn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Связан с игровым сообществом</a:t>
            </a:r>
          </a:p>
          <a:p>
            <a:r>
              <a:t>• Делает проекты и идеи по Simple Sandbox 2</a:t>
            </a:r>
          </a:p>
          <a:p>
            <a:r>
              <a:t>• Экспериментирует с контентом, дизайном и механиками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Проекты и идеи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Концепты машин и игровых механик</a:t>
            </a:r>
          </a:p>
          <a:p>
            <a:r>
              <a:t>• Создание сайтов и игровых идей</a:t>
            </a:r>
          </a:p>
          <a:p>
            <a:r>
              <a:t>• Разработка собственного AI/чата</a:t>
            </a:r>
          </a:p>
          <a:p>
            <a:r>
              <a:t>• Идеи для YouTube и Telegram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Стиль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Любовь к необычным и атмосферным концептам</a:t>
            </a:r>
          </a:p>
          <a:p>
            <a:r>
              <a:t>• Тёмный и игровой визуальный стиль</a:t>
            </a:r>
          </a:p>
          <a:p>
            <a:r>
              <a:t>• Интерес к реалистичным деталям и дизайну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Развивать собственные проекты</a:t>
            </a:r>
          </a:p>
          <a:p>
            <a:r>
              <a:t>• Создать узнаваемый бренд</a:t>
            </a:r>
          </a:p>
          <a:p>
            <a:r>
              <a:t>• Делать оригинальный контент и механики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HoFiLiOn — человек, который постоянно создаёт что‑то новое.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Презентация: HoFiLiOn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